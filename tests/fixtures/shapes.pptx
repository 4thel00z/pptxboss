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 marL="228600" indent="-228600">
        <a:buChar char="•"/>
        <a:defRPr sz="2800"/>
      </a:lvl1pPr>
    </p:bodyStyle>
    <p:otherStyle>
      <a:defPPr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hyperlink" Target="https://examp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Shapes</a:t>
            </a:r>
          </a:p>
        </p:txBody>
      </p:sp>
      <p:pic>
        <p:nvPicPr>
          <p:cNvPr id="4" name="Picture 3" descr="a red dot"/>
          <p:cNvPicPr/>
          <p:nvPr/>
        </p:nvPicPr>
        <p:blipFill>
          <a:blip r:embed="rId3"/>
          <a:stretch>
            <a:fillRect/>
          </a:stretch>
        </p:blipFill>
        <p:spPr>
          <a:xfrm>
            <a:off x="1000000" y="2000000"/>
            <a:ext cx="914400" cy="914400"/>
          </a:xfr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0000" y="3500000"/>
          <a:ext cx="6000000" cy="1000000"/>
        </p:xfrm>
        <a:graphic>
          <a:graphicData uri="http://schemas.openxmlformats.org/drawingml/2006/table">
            <a:tbl>
              <a:tblPr firstRow="1" bandRow="1"/>
              <a:tblGrid>
                <a:gridCol w="3000000"/>
                <a:gridCol w="3000000"/>
              </a:tblGrid>
              <a:tr h="500000">
                <a:tc>
                  <a:txBody>
                    <a:bodyPr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p>
                      <a:r>
                        <a:t>Answer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t>42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7000000" y="2000000"/>
            <a:ext cx="2000000" cy="1000000"/>
            <a:chOff x="0" y="0"/>
            <a:chExt cx="2000000" cy="1000000"/>
          </a:xfrm>
        </p:grpSpPr>
        <p:sp>
          <p:nvSpPr>
            <p:cNvPr id="7" name="TextBox 6"/>
            <p:cNvSpPr txBox="1"/>
            <p:nvPr/>
          </p:nvSpPr>
          <p:spPr>
            <a:xfrm>
              <a:off x="0" y="0"/>
              <a:ext cx="2000000" cy="1000000"/>
            </a:xfrm>
          </p:spPr>
          <p:txBody>
            <a:bodyPr/>
            <a:p>
              <a:r>
                <a:rPr lang="en-US">
                  <a:hlinkClick r:id="rId4"/>
                </a:rPr>
                <a:t>grouped link</a:t>
              </a:r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1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pptxboss testkit</Application>
  <PresentationFormat>Widescreen</PresentationFormat>
  <Slides>1</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Deck</dc:title>
  <dc:creator>pptxboss testkit</dc:creator>
  <cp:lastModifiedBy>pptxboss testkit</cp:lastModifiedBy>
  <cp:revision>1</cp:revision>
  <dcterms:created xsi:type="dcterms:W3CDTF">2026-01-02T03:04:05Z</dcterms:created>
  <dcterms:modified xsi:type="dcterms:W3CDTF">2026-01-02T03:04:05Z</dcterms:modified>
</cp:coreProperties>
</file>