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<Relationship Id="rId7" Type="http://schemas.openxmlformats.org/officeDocument/2006/relationships/theme" Target="theme/theme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two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 marL="228600" indent="-228600">
        <a:buChar char="•"/>
        <a:defRPr sz="2800"/>
      </a:lvl1pPr>
    </p:bodyStyle>
    <p:otherStyle>
      <a:defPPr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slide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Alpha</a:t>
            </a:r>
          </a:p>
          <a:p>
            <a:r>
              <a:rPr lang="en-US" dirty="0"/>
              <a:t>Beta &amp; Gamma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slide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</a:t>
            </a:r>
          </a:p>
          <a:p>
            <a:r>
              <a:rPr lang="en-US" dirty="0"/>
              <a:t>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 slide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shown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pptxboss testkit</Application>
  <PresentationFormat>Widescreen</PresentationFormat>
  <Slides>3</Slides>
  <Notes>1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Deck</dc:title>
  <dc:creator>pptxboss testkit</dc:creator>
  <cp:lastModifiedBy>pptxboss testkit</cp:lastModifiedBy>
  <cp:revision>1</cp:revision>
  <dcterms:created xsi:type="dcterms:W3CDTF">2026-01-02T03:04:05Z</dcterms:created>
  <dcterms:modified xsi:type="dcterms:W3CDTF">2026-01-02T03:04:05Z</dcterms:modified>
</cp:coreProperties>
</file>