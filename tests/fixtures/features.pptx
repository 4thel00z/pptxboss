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</p:defaultTextStyle>
  <p:extLst>
    <p:ext uri="{521415D9-36F7-43E2-AB2F-B90AF26B5E84}">
      <p14:sectionLst xmlns:p14="http://schemas.microsoft.com/office/powerpoint/2010/main">
        <p14:section name="Opening" id="{1A2B3C4D-0000-4000-8000-000000000001}">
          <p14:sldIdLst>
            <p14:sldId id="256"/>
            <p14:sldId id="257"/>
          </p14:sldIdLst>
        </p14:section>
        <p14:section name="Closing" id="{1A2B3C4D-0000-4000-8000-000000000002}">
          <p14:sldIdLst>
            <p14:sldId id="258"/>
          </p14:sldIdLst>
        </p14:section>
      </p14:sectionLst>
    </p:ext>
  </p:extLst>
</p:presentation>
</file>

<file path=ppt/commentAuthors.xml><?xml version="1.0" encoding="utf-8"?>
<p:cmAuthorLst xmlns:p="http://schemas.openxmlformats.org/presentationml/2006/main">
  <p:cmAuthor id="0" name="Ada Lovelace" initials="A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40" Type="http://schemas.openxmlformats.org/officeDocument/2006/relationships/commentAuthors" Target="commentAuthors.xml"/><Relationship Id="rId7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p>
            <a:r>
              <a:t>Revenue</a:t>
            </a:r>
          </a:p>
        </c:rich>
      </c:tx>
    </c:title>
    <c:plotArea>
      <c:barChart>
        <c:ser>
          <c:idx val="0"/>
          <c:tx>
            <c:v>2024</c:v>
          </c:tx>
          <c:cat>
            <c:strLit>
              <c:pt idx="0">
                <c:v>Q1</c:v>
              </c:pt>
              <c:pt idx="1">
                <c:v>Q2</c:v>
              </c:pt>
            </c:strLit>
          </c:cat>
          <c:val>
            <c:numLit>
              <c:pt idx="0">
                <c:v>10</c:v>
              </c:pt>
              <c:pt idx="1">
                <c:v>12</c:v>
              </c:pt>
            </c:numLit>
          </c:val>
        </c:ser>
      </c:barChart>
    </c:plotArea>
  </c:chart>
</c:chartSpace>
</file>

<file path=ppt/comments/comment1.xml><?xml version="1.0" encoding="utf-8"?>
<p:cmLst xmlns:p="http://schemas.openxmlformats.org/presentationml/2006/main">
  <p:cm authorId="0" dt="2024-05-01T10:00:00.000" idx="1">
    <p:pos x="10" y="10"/>
    <p:text>Tighten this point</p:text>
  </p:cm>
</p:cmLst>
</file>

<file path=ppt/diagrams/data1.xml><?xml version="1.0" encoding="utf-8"?>
<dgm:dataModel xmlns:dgm="http://schemas.openxmlformats.org/drawingml/2006/diagram" xmlns:a="http://schemas.openxmlformats.org/drawingml/2006/main">
  <dgm:ptLst>
    <dgm:pt modelId="{D0}" type="doc">
      <dgm:t>
        <a:bodyPr/>
        <a:p/>
      </dgm:t>
    </dgm:pt>
    <dgm:pt modelId="{N1}">
      <dgm:t>
        <a:bodyPr/>
        <a:p>
          <a:r>
            <a:t>Plan</a:t>
          </a:r>
        </a:p>
      </dgm:t>
    </dgm:pt>
    <dgm:pt modelId="{N2}">
      <dgm:t>
        <a:bodyPr/>
        <a:p>
          <a:r>
            <a:t>Build</a:t>
          </a:r>
        </a:p>
      </dgm:t>
    </dgm:pt>
    <dgm:pt modelId="{N3}">
      <dgm:t>
        <a:bodyPr/>
        <a:p>
          <a:r>
            <a:t>Test first</a:t>
          </a:r>
        </a:p>
      </dgm:t>
    </dgm:pt>
  </dgm:ptLst>
  <dgm:cxnLst>
    <dgm:cxn modelId="{C1}" srcId="{D0}" destId="{N1}" srcOrd="0" destOrd="0"/>
    <dgm:cxn modelId="{C2}" srcId="{D0}" destId="{N2}" srcOrd="1" destOrd="0"/>
    <dgm:cxn modelId="{C3}" srcId="{N2}" destId="{N3}" srcOrd="0" destOrd="0"/>
  </dgm:cxnLst>
</dgm:dataModel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 marL="228600" indent="-228600">
        <a:buChar char="•"/>
        <a:defRPr sz="2800"/>
      </a:lvl1pPr>
    </p:bodyStyle>
    <p:otherStyle>
      <a:defPPr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7" Type="http://schemas.openxmlformats.org/officeDocument/2006/relationships/comments" Target="../comments/commen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9" Type="http://schemas.openxmlformats.org/officeDocument/2006/relationships/package" Target="../embeddings/oleObject1.xlsx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6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Commented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point</a:t>
            </a:r>
          </a:p>
        </p:txBody>
      </p:sp>
      <p:pic>
        <p:nvPicPr>
          <p:cNvPr id="4" name="Picture 3" descr="A blue diagram"/>
          <p:cNvPicPr/>
          <p:nvPr/>
        </p:nvPicPr>
        <p:blipFill>
          <a:blip r:embed="rId3"/>
          <a:stretch>
            <a:fillRect/>
          </a:stretch>
        </p:blipFill>
        <p:spPr>
          <a:xfrm>
            <a:off x="1000000" y="2000000"/>
            <a:ext cx="914400" cy="914400"/>
          </a:xfr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Embedded</a:t>
            </a:r>
          </a:p>
        </p:txBody>
      </p:sp>
      <p:graphicFrame>
        <p:nvGraphicFramePr>
          <p:cNvPr id="5" name="Object 4" descr="Budget sheet"/>
          <p:cNvGraphicFramePr/>
          <p:nvPr/>
        </p:nvGraphicFramePr>
        <p:xfrm>
          <a:off x="0" y="0"/>
          <a:ext cx="100" cy="100"/>
        </p:xfrm>
        <a:graphic>
          <a:graphicData uri="http://schemas.openxmlformats.org/presentationml/2006/ole">
            <p:oleObj name="Worksheet" r:id="rId9" imgW="100" imgH="100" progId="Excel.Sheet.12">
              <p:embed/>
            </p:oleObj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Figures</a:t>
            </a:r>
          </a:p>
        </p:txBody>
      </p:sp>
      <p:graphicFrame>
        <p:nvGraphicFramePr>
          <p:cNvPr id="7" name="Chart 6"/>
          <p:cNvGraphicFramePr/>
          <p:nvPr/>
        </p:nvGraphicFramePr>
        <p:xfrm>
          <a:off x="0" y="0"/>
          <a:ext cx="100" cy="1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8" name="Diagram 7"/>
          <p:cNvGraphicFramePr/>
          <p:nvPr/>
        </p:nvGraphicFramePr>
        <p:xfrm>
          <a:off x="0" y="0"/>
          <a:ext cx="100" cy="100"/>
        </p:xfrm>
        <a:graphic>
          <a:graphicData uri="http://schemas.openxmlformats.org/drawingml/2006/diagram">
            <dgm:relIds xmlns:dgm="http://schemas.openxmlformats.org/drawingml/2006/diagram" r:dm="rId6" r:lo="rId6" r:qs="rId6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pptxboss testkit</Application>
  <PresentationFormat>Widescreen</PresentationFormat>
  <Slides>4</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Deck</dc:title>
  <dc:creator>pptxboss testkit</dc:creator>
  <cp:lastModifiedBy>pptxboss testkit</cp:lastModifiedBy>
  <cp:revision>1</cp:revision>
  <dcterms:created xsi:type="dcterms:W3CDTF">2026-01-02T03:04:05Z</dcterms:created>
  <dcterms:modified xsi:type="dcterms:W3CDTF">2026-01-02T03:04:05Z</dcterms:modified>
</cp:coreProperties>
</file>