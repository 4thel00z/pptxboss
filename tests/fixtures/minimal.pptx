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 marL="228600" indent="-228600">
        <a:buChar char="•"/>
        <a:defRPr sz="28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Hello,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pptxboss testkit</Application>
  <PresentationFormat>Widescreen</PresentationFormat>
  <Slides>1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Deck</dc:title>
  <dc:creator>pptxboss testkit</dc:creator>
  <cp:lastModifiedBy>pptxboss testkit</cp:lastModifiedBy>
  <cp:revision>1</cp:revision>
  <dcterms:created xsi:type="dcterms:W3CDTF">2026-01-02T03:04:05Z</dcterms:created>
  <dcterms:modified xsi:type="dcterms:W3CDTF">2026-01-02T03:04:05Z</dcterms:modified>
</cp:coreProperties>
</file>